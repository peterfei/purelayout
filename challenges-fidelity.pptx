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571500"/>
            <a:ext cx="4810110" cy="4762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00F2FE"/>
                </a:solidFill>
              </a:rPr>
              <a:t>当前企业面临的核心挑战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1285921"/>
            <a:ext cx="8001000" cy="951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1904970"/>
            <a:ext cx="3867180" cy="2667030"/>
          </a:xfrm>
          <a:prstGeom prst="rect">
            <a:avLst/>
          </a:prstGeom>
          <a:solidFill>
            <a:srgbClr val="111D2E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2190720"/>
            <a:ext cx="3286171" cy="381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数据孤岛现象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7250" y="276222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各部门数据系统不互通，导致信息流转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7250" y="304797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效率低下，决策层难以获取全局视角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7250" y="333372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的实时数据支持。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5320" y="1904970"/>
            <a:ext cx="3867180" cy="2667030"/>
          </a:xfrm>
          <a:prstGeom prst="rect">
            <a:avLst/>
          </a:prstGeom>
          <a:solidFill>
            <a:srgbClr val="111D2E"/>
          </a:solidFill>
          <a:ln/>
        </p:spPr>
      </p:sp>
      <p:sp>
        <p:nvSpPr>
          <p:cNvPr id="11" name="Text 9"/>
          <p:cNvSpPr/>
          <p:nvPr/>
        </p:nvSpPr>
        <p:spPr>
          <a:xfrm>
            <a:off x="5048220" y="2190720"/>
            <a:ext cx="3286171" cy="381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技术集成门槛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48220" y="276222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现有陈旧 IT 架构与新兴 AI 模型集成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48220" y="304797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难度大，算力资源分配不均，导致技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8220" y="3333720"/>
            <a:ext cx="3286171" cy="266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术创新落地缓慢。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2026-04-07T02:29:04Z</dcterms:created>
  <dcterms:modified xsi:type="dcterms:W3CDTF">2026-04-07T02:29:04Z</dcterms:modified>
</cp:coreProperties>
</file>